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6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9A2D-E506-7DFA-C6DB-E2CE21AB8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806E6-D77D-D945-C7C1-9EC38E0EE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63EB7-AD2F-9D61-F8B8-EED4AF9FC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9A8A3-977A-9C67-C145-08C074A0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8429B-146D-9345-C4BD-FF41380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408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926B0-8153-F6F1-21DA-F543CB85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8F1D5-4CCD-AF8C-F0C5-16F098918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ADE2B-646C-7EB2-F347-5345F7E4A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8972D-DE9C-5C81-AB88-B34F0BF6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A89DF-ECCD-40EA-299A-E557FEA2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665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8574-3A42-EC3F-6105-923C10B9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4074E-968F-41B7-1E5E-8E899B120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0AA8-31AE-F4B0-E877-1A0868261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F7E50-81DE-614E-8D87-4F68D2C7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312B1-B6A8-953C-458A-D7CE029F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50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8331-8835-58CB-EDCE-D8F49484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3B0E0-E5AA-9B89-3ACD-840F731D7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53E20-A83F-E9D7-35A0-C70816534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AC0AC-CEFF-F061-FC8C-FFD97D35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79743-1AA1-9E9C-4449-573B60AF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E1F00-976A-7FE9-8A20-FC0BC5D0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388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4DDC-EDAF-71AA-6465-18B686E9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D862F-0A29-A480-76C4-0DB7ABD78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7A334-8BF7-9F7D-06F0-A222D7E2A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EA1A2-5118-1170-1ABF-5DABF44D4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2979F-5FC6-57D1-8A58-2F7BE0629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1704B7-AD3F-4AE9-EC06-A496CB18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3EC0C4-B394-3D95-1DD4-6AF9654EB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048D0-8A45-D9B8-AA1B-60A282D2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097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A012-93AC-8A15-35B7-421F6660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05B93-1DB0-3E79-84D4-A981889F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03DA9-4552-6919-50F8-639477E3E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45CF8-29A7-679B-1553-F235D34A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3738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E1EDD7-A90F-7207-54F3-FB12E7FD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709A1-1603-E7B2-2886-937EAEE4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6A59A-A4CA-69FA-82B0-2B9BD8A2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924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4B18-31E4-D103-F9F1-6D07B2C90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093C9-BF28-BA07-7034-0E6070710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C67BB-9A89-AE9F-D723-6665E8A31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3B62D-E133-14D9-5A31-44508BCE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496A4-458D-5243-2BF6-A662D59E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C14D9-8C31-D837-9E6A-1A5B9E2AC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977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B899-4B3E-0364-A64F-E80C4CBB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556ACC-1C02-77B8-CD4A-51800FC7C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76D6B-B258-A06F-0FC1-707631426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A9E56-1BA8-98FA-9A00-D432EA59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B2505-AFD9-1B27-A2D0-588F1BCE0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C983F-A552-B9AB-3ACE-F0E9FA68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371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8E71C-0351-E2BD-9726-61FE2F6F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BBF5F-111E-C10B-5A7B-322E6ECF1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A88D0-8AA9-7C65-12B5-2633D208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DD8D7-4AFB-0CDD-78F5-04D93A44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6A645-DBF9-A037-5BA5-A13DD841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915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A79C24-CACA-479C-69D8-3E05CD791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B6BC-7D57-A53F-1217-AE4F39FD7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5194E-D012-48ED-A512-9C1FEEBE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80FC6-DF03-BF56-C8D0-36F03ACBF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4D064-7CE9-5FCB-7194-4BF16E6B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021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83C4DC-3803-5D45-CB3C-657C9128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69458-9DC0-DF05-1DC3-DAE322386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B5130-30EE-51CC-5592-B280D4983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22327-445B-45B6-83F5-C69A7D2AFF64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F712E-FB8E-7CC1-9597-82EC32C7C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B9220-D2AA-2886-A2F6-72CED7319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048B7-1A3D-4E63-BB70-91BF809DEF20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C9A92-3CE4-EFB9-6E94-0DE343B52F5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52275" y="63500"/>
            <a:ext cx="7302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A8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6673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>
            <a:extLst>
              <a:ext uri="{FF2B5EF4-FFF2-40B4-BE49-F238E27FC236}">
                <a16:creationId xmlns:a16="http://schemas.microsoft.com/office/drawing/2014/main" id="{2C5D5899-2C19-3F42-22A8-81312D4AC5AC}"/>
              </a:ext>
            </a:extLst>
          </p:cNvPr>
          <p:cNvGrpSpPr/>
          <p:nvPr/>
        </p:nvGrpSpPr>
        <p:grpSpPr>
          <a:xfrm>
            <a:off x="856674" y="1092200"/>
            <a:ext cx="10432015" cy="4981788"/>
            <a:chOff x="856674" y="1092200"/>
            <a:chExt cx="10432015" cy="4981788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D57B207D-782F-B065-D1D7-4CECC6F0DDF0}"/>
                </a:ext>
              </a:extLst>
            </p:cNvPr>
            <p:cNvSpPr/>
            <p:nvPr/>
          </p:nvSpPr>
          <p:spPr>
            <a:xfrm>
              <a:off x="7463337" y="3859293"/>
              <a:ext cx="1800000" cy="629920"/>
            </a:xfrm>
            <a:prstGeom prst="round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4A5DE540-8A77-5D72-48CA-5FFDCAB2EEB0}"/>
                </a:ext>
              </a:extLst>
            </p:cNvPr>
            <p:cNvSpPr/>
            <p:nvPr/>
          </p:nvSpPr>
          <p:spPr>
            <a:xfrm>
              <a:off x="7341450" y="3989587"/>
              <a:ext cx="1800000" cy="629920"/>
            </a:xfrm>
            <a:prstGeom prst="round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A05FB39-F082-FBC1-E28F-BE0ACE702ABA}"/>
                </a:ext>
              </a:extLst>
            </p:cNvPr>
            <p:cNvSpPr/>
            <p:nvPr/>
          </p:nvSpPr>
          <p:spPr>
            <a:xfrm>
              <a:off x="3225802" y="1092200"/>
              <a:ext cx="1800000" cy="62992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Trait and Indicators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E496291-901E-E3B7-10B6-24565C29B482}"/>
                </a:ext>
              </a:extLst>
            </p:cNvPr>
            <p:cNvSpPr/>
            <p:nvPr/>
          </p:nvSpPr>
          <p:spPr>
            <a:xfrm>
              <a:off x="3225802" y="2101427"/>
              <a:ext cx="1800000" cy="629920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Thematic subgroups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BE6EDDC-58F8-33EE-49FB-7B3781EB59C9}"/>
                </a:ext>
              </a:extLst>
            </p:cNvPr>
            <p:cNvSpPr/>
            <p:nvPr/>
          </p:nvSpPr>
          <p:spPr>
            <a:xfrm>
              <a:off x="3225802" y="3110654"/>
              <a:ext cx="1800000" cy="629920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Sub-indices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400AF0A-4BD0-E5DD-E726-E2B54F813C4F}"/>
                </a:ext>
              </a:extLst>
            </p:cNvPr>
            <p:cNvSpPr/>
            <p:nvPr/>
          </p:nvSpPr>
          <p:spPr>
            <a:xfrm>
              <a:off x="3225802" y="4119881"/>
              <a:ext cx="1800000" cy="629920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Index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41456BD-1F86-8C13-0CF3-7179AD972D8B}"/>
                </a:ext>
              </a:extLst>
            </p:cNvPr>
            <p:cNvCxnSpPr>
              <a:stCxn id="3" idx="2"/>
              <a:endCxn id="4" idx="0"/>
            </p:cNvCxnSpPr>
            <p:nvPr/>
          </p:nvCxnSpPr>
          <p:spPr>
            <a:xfrm>
              <a:off x="4125802" y="1722120"/>
              <a:ext cx="0" cy="3793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F720821-46C6-D156-A263-0C74F30F503C}"/>
                </a:ext>
              </a:extLst>
            </p:cNvPr>
            <p:cNvCxnSpPr>
              <a:cxnSpLocks/>
            </p:cNvCxnSpPr>
            <p:nvPr/>
          </p:nvCxnSpPr>
          <p:spPr>
            <a:xfrm>
              <a:off x="4146964" y="2731347"/>
              <a:ext cx="0" cy="3793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AAC2670-6464-BCBB-DA03-3D4482D0D469}"/>
                </a:ext>
              </a:extLst>
            </p:cNvPr>
            <p:cNvCxnSpPr>
              <a:cxnSpLocks/>
            </p:cNvCxnSpPr>
            <p:nvPr/>
          </p:nvCxnSpPr>
          <p:spPr>
            <a:xfrm>
              <a:off x="4146964" y="3740574"/>
              <a:ext cx="0" cy="3793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1D465BC-8AF2-251A-6BCE-83291A616E1A}"/>
                </a:ext>
              </a:extLst>
            </p:cNvPr>
            <p:cNvCxnSpPr>
              <a:cxnSpLocks/>
              <a:stCxn id="6" idx="3"/>
              <a:endCxn id="81" idx="1"/>
            </p:cNvCxnSpPr>
            <p:nvPr/>
          </p:nvCxnSpPr>
          <p:spPr>
            <a:xfrm>
              <a:off x="5025802" y="4434841"/>
              <a:ext cx="49319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C618302F-427A-136D-6249-652FE619BFE8}"/>
                </a:ext>
              </a:extLst>
            </p:cNvPr>
            <p:cNvSpPr/>
            <p:nvPr/>
          </p:nvSpPr>
          <p:spPr>
            <a:xfrm>
              <a:off x="7219563" y="4119881"/>
              <a:ext cx="1800000" cy="629920"/>
            </a:xfrm>
            <a:prstGeom prst="round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Vulnerability</a:t>
              </a:r>
            </a:p>
            <a:p>
              <a:pPr algn="ctr"/>
              <a:r>
                <a:rPr lang="en-AU" dirty="0"/>
                <a:t>maps</a:t>
              </a: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77E8AA71-DE86-2EAE-ED15-F043363BB5FE}"/>
                </a:ext>
              </a:extLst>
            </p:cNvPr>
            <p:cNvSpPr/>
            <p:nvPr/>
          </p:nvSpPr>
          <p:spPr>
            <a:xfrm>
              <a:off x="7219563" y="5444068"/>
              <a:ext cx="1800000" cy="62992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/>
                <a:t>Three-tier zoning map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A71F718C-D65E-6A0B-49CA-288C8DDF43F2}"/>
                </a:ext>
              </a:extLst>
            </p:cNvPr>
            <p:cNvCxnSpPr>
              <a:stCxn id="65" idx="2"/>
              <a:endCxn id="69" idx="0"/>
            </p:cNvCxnSpPr>
            <p:nvPr/>
          </p:nvCxnSpPr>
          <p:spPr>
            <a:xfrm>
              <a:off x="8119563" y="4749801"/>
              <a:ext cx="0" cy="6942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1A2E861-2EB7-0B48-5388-71D084D3536F}"/>
                </a:ext>
              </a:extLst>
            </p:cNvPr>
            <p:cNvSpPr txBox="1"/>
            <p:nvPr/>
          </p:nvSpPr>
          <p:spPr>
            <a:xfrm>
              <a:off x="2609222" y="1222494"/>
              <a:ext cx="616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Lv. 1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8F5EFB4-74FE-CDFC-7D61-E1A3309F9B6C}"/>
                </a:ext>
              </a:extLst>
            </p:cNvPr>
            <p:cNvSpPr txBox="1"/>
            <p:nvPr/>
          </p:nvSpPr>
          <p:spPr>
            <a:xfrm>
              <a:off x="2609222" y="2231721"/>
              <a:ext cx="616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Lv. 2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D1F3F38-7F0C-8DB3-0A53-DFF2C0806C58}"/>
                </a:ext>
              </a:extLst>
            </p:cNvPr>
            <p:cNvSpPr txBox="1"/>
            <p:nvPr/>
          </p:nvSpPr>
          <p:spPr>
            <a:xfrm>
              <a:off x="2609222" y="3235960"/>
              <a:ext cx="616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Lv. 3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637D7D-415D-2470-C7A7-656570DFC9CA}"/>
                </a:ext>
              </a:extLst>
            </p:cNvPr>
            <p:cNvSpPr txBox="1"/>
            <p:nvPr/>
          </p:nvSpPr>
          <p:spPr>
            <a:xfrm>
              <a:off x="2609222" y="4250175"/>
              <a:ext cx="616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Lv. 4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ECBA134-AE6E-0D56-EEA9-FD0A8EAD18B0}"/>
                </a:ext>
              </a:extLst>
            </p:cNvPr>
            <p:cNvSpPr txBox="1"/>
            <p:nvPr/>
          </p:nvSpPr>
          <p:spPr>
            <a:xfrm>
              <a:off x="4146964" y="1757680"/>
              <a:ext cx="9366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/>
                <a:t>aggregate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2146C1C-08A9-6FDD-DFEE-2B53D9F032A2}"/>
                </a:ext>
              </a:extLst>
            </p:cNvPr>
            <p:cNvSpPr txBox="1"/>
            <p:nvPr/>
          </p:nvSpPr>
          <p:spPr>
            <a:xfrm>
              <a:off x="4146964" y="2767111"/>
              <a:ext cx="9366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/>
                <a:t>aggregate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B8BB55E-7F76-AC1E-6502-54F7714A92D4}"/>
                </a:ext>
              </a:extLst>
            </p:cNvPr>
            <p:cNvSpPr txBox="1"/>
            <p:nvPr/>
          </p:nvSpPr>
          <p:spPr>
            <a:xfrm>
              <a:off x="8241450" y="4943045"/>
              <a:ext cx="13989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/>
                <a:t>Apply threshold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5B8EC18-A320-2972-F3DF-4DDF7A79E82F}"/>
                </a:ext>
              </a:extLst>
            </p:cNvPr>
            <p:cNvSpPr txBox="1"/>
            <p:nvPr/>
          </p:nvSpPr>
          <p:spPr>
            <a:xfrm>
              <a:off x="5518994" y="3957787"/>
              <a:ext cx="120738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 dirty="0"/>
                <a:t>Species</a:t>
              </a:r>
            </a:p>
            <a:p>
              <a:pPr algn="ctr"/>
              <a:r>
                <a:rPr lang="en-AU" sz="1400" dirty="0"/>
                <a:t>Distribution</a:t>
              </a:r>
            </a:p>
            <a:p>
              <a:pPr algn="ctr"/>
              <a:r>
                <a:rPr lang="en-AU" sz="1400" dirty="0"/>
                <a:t>Model of </a:t>
              </a:r>
            </a:p>
            <a:p>
              <a:pPr algn="ctr"/>
              <a:r>
                <a:rPr lang="en-AU" sz="1400" dirty="0"/>
                <a:t>each species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8475628E-EA13-97E1-BB6B-3A224C7DAE95}"/>
                </a:ext>
              </a:extLst>
            </p:cNvPr>
            <p:cNvCxnSpPr>
              <a:cxnSpLocks/>
              <a:stCxn id="81" idx="3"/>
              <a:endCxn id="65" idx="1"/>
            </p:cNvCxnSpPr>
            <p:nvPr/>
          </p:nvCxnSpPr>
          <p:spPr>
            <a:xfrm>
              <a:off x="6726376" y="4434841"/>
              <a:ext cx="49318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B088D56-D739-3053-07B9-72C8F62D9FFF}"/>
                </a:ext>
              </a:extLst>
            </p:cNvPr>
            <p:cNvSpPr txBox="1"/>
            <p:nvPr/>
          </p:nvSpPr>
          <p:spPr>
            <a:xfrm>
              <a:off x="4146964" y="3777622"/>
              <a:ext cx="9366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/>
                <a:t>aggregate</a:t>
              </a:r>
            </a:p>
          </p:txBody>
        </p:sp>
        <p:sp>
          <p:nvSpPr>
            <p:cNvPr id="92" name="Left Brace 91">
              <a:extLst>
                <a:ext uri="{FF2B5EF4-FFF2-40B4-BE49-F238E27FC236}">
                  <a16:creationId xmlns:a16="http://schemas.microsoft.com/office/drawing/2014/main" id="{E0E2AAED-18B6-C802-D578-99F0BFAEF8E7}"/>
                </a:ext>
              </a:extLst>
            </p:cNvPr>
            <p:cNvSpPr/>
            <p:nvPr/>
          </p:nvSpPr>
          <p:spPr>
            <a:xfrm>
              <a:off x="2289200" y="1402080"/>
              <a:ext cx="267298" cy="3032761"/>
            </a:xfrm>
            <a:prstGeom prst="leftBrace">
              <a:avLst>
                <a:gd name="adj1" fmla="val 8333"/>
                <a:gd name="adj2" fmla="val 4665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716F1AA-F245-2C16-7464-8551175A0F5D}"/>
                </a:ext>
              </a:extLst>
            </p:cNvPr>
            <p:cNvSpPr txBox="1"/>
            <p:nvPr/>
          </p:nvSpPr>
          <p:spPr>
            <a:xfrm>
              <a:off x="9762245" y="4804173"/>
              <a:ext cx="15264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dirty="0"/>
                <a:t>Spatial</a:t>
              </a:r>
            </a:p>
            <a:p>
              <a:pPr algn="ctr"/>
              <a:r>
                <a:rPr lang="en-AU" dirty="0"/>
                <a:t>Compression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1B9FC67-A26B-109C-BE00-335BB8A08F35}"/>
                </a:ext>
              </a:extLst>
            </p:cNvPr>
            <p:cNvSpPr txBox="1"/>
            <p:nvPr/>
          </p:nvSpPr>
          <p:spPr>
            <a:xfrm>
              <a:off x="856674" y="2601053"/>
              <a:ext cx="15264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dirty="0"/>
                <a:t>Trait</a:t>
              </a:r>
            </a:p>
            <a:p>
              <a:pPr algn="ctr"/>
              <a:r>
                <a:rPr lang="en-AU" dirty="0"/>
                <a:t>Compression</a:t>
              </a:r>
            </a:p>
          </p:txBody>
        </p:sp>
        <p:sp>
          <p:nvSpPr>
            <p:cNvPr id="95" name="Left Brace 94">
              <a:extLst>
                <a:ext uri="{FF2B5EF4-FFF2-40B4-BE49-F238E27FC236}">
                  <a16:creationId xmlns:a16="http://schemas.microsoft.com/office/drawing/2014/main" id="{9A411ADE-CFEC-8270-112D-5CEF7EA573A1}"/>
                </a:ext>
              </a:extLst>
            </p:cNvPr>
            <p:cNvSpPr/>
            <p:nvPr/>
          </p:nvSpPr>
          <p:spPr>
            <a:xfrm flipH="1">
              <a:off x="9579688" y="4277362"/>
              <a:ext cx="267297" cy="1620519"/>
            </a:xfrm>
            <a:prstGeom prst="leftBrace">
              <a:avLst>
                <a:gd name="adj1" fmla="val 8333"/>
                <a:gd name="adj2" fmla="val 4665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414048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340862-C7EB-BA42-F4A3-125F004B4407}"/>
              </a:ext>
            </a:extLst>
          </p:cNvPr>
          <p:cNvSpPr/>
          <p:nvPr/>
        </p:nvSpPr>
        <p:spPr>
          <a:xfrm>
            <a:off x="5196000" y="584200"/>
            <a:ext cx="1800000" cy="6299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Vulnerability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025B5B-A0D3-E5D6-7545-E25C893947A1}"/>
              </a:ext>
            </a:extLst>
          </p:cNvPr>
          <p:cNvSpPr/>
          <p:nvPr/>
        </p:nvSpPr>
        <p:spPr>
          <a:xfrm>
            <a:off x="3072560" y="1600200"/>
            <a:ext cx="1800000" cy="6299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Exposure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1816BC-9B30-F0B2-6CC3-5B141594A08E}"/>
              </a:ext>
            </a:extLst>
          </p:cNvPr>
          <p:cNvSpPr/>
          <p:nvPr/>
        </p:nvSpPr>
        <p:spPr>
          <a:xfrm>
            <a:off x="5196000" y="1600200"/>
            <a:ext cx="1800000" cy="6299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Sensitivity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472BA4-4CB8-4750-2D7C-20F4F3D8FF90}"/>
              </a:ext>
            </a:extLst>
          </p:cNvPr>
          <p:cNvSpPr/>
          <p:nvPr/>
        </p:nvSpPr>
        <p:spPr>
          <a:xfrm>
            <a:off x="7319440" y="1595120"/>
            <a:ext cx="1800000" cy="6299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Cumulative pressure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BF90CD-EE4D-52EA-3879-87B819CD7DD8}"/>
              </a:ext>
            </a:extLst>
          </p:cNvPr>
          <p:cNvSpPr/>
          <p:nvPr/>
        </p:nvSpPr>
        <p:spPr>
          <a:xfrm>
            <a:off x="3072560" y="2484120"/>
            <a:ext cx="1800000" cy="4521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Habitat Loss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4ED6EC-B494-F229-6F6E-B7C543F89610}"/>
              </a:ext>
            </a:extLst>
          </p:cNvPr>
          <p:cNvSpPr/>
          <p:nvPr/>
        </p:nvSpPr>
        <p:spPr>
          <a:xfrm>
            <a:off x="3072560" y="3121659"/>
            <a:ext cx="1800000" cy="63754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Invasive Predators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E35DCF-3473-966C-3C4D-C2CB3A7BBF43}"/>
              </a:ext>
            </a:extLst>
          </p:cNvPr>
          <p:cNvSpPr/>
          <p:nvPr/>
        </p:nvSpPr>
        <p:spPr>
          <a:xfrm>
            <a:off x="3072560" y="3944619"/>
            <a:ext cx="1800000" cy="63754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Invasive Herbivores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7B9AC4-E24D-1E3A-997B-5D7828F8865E}"/>
              </a:ext>
            </a:extLst>
          </p:cNvPr>
          <p:cNvSpPr/>
          <p:nvPr/>
        </p:nvSpPr>
        <p:spPr>
          <a:xfrm>
            <a:off x="3072560" y="4767579"/>
            <a:ext cx="1800000" cy="40894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Fragmentation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3BF1E8-133A-83EE-8C5E-86D6E6EBCA8A}"/>
              </a:ext>
            </a:extLst>
          </p:cNvPr>
          <p:cNvSpPr/>
          <p:nvPr/>
        </p:nvSpPr>
        <p:spPr>
          <a:xfrm>
            <a:off x="3072560" y="5361939"/>
            <a:ext cx="1800000" cy="40894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Collision Solar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5D24BE-C4FB-D1AE-2E22-E963BE850EF6}"/>
              </a:ext>
            </a:extLst>
          </p:cNvPr>
          <p:cNvSpPr/>
          <p:nvPr/>
        </p:nvSpPr>
        <p:spPr>
          <a:xfrm>
            <a:off x="3072560" y="5956299"/>
            <a:ext cx="1800000" cy="40894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Collision Wind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0065DA-C016-3DD3-3D52-B358A44A3DF8}"/>
              </a:ext>
            </a:extLst>
          </p:cNvPr>
          <p:cNvSpPr/>
          <p:nvPr/>
        </p:nvSpPr>
        <p:spPr>
          <a:xfrm>
            <a:off x="5196000" y="2484118"/>
            <a:ext cx="1800000" cy="63754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Climate Specialisation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EAFEB86-71B2-5147-1BE9-6BE58F2F1CF5}"/>
              </a:ext>
            </a:extLst>
          </p:cNvPr>
          <p:cNvSpPr/>
          <p:nvPr/>
        </p:nvSpPr>
        <p:spPr>
          <a:xfrm>
            <a:off x="5196000" y="3307078"/>
            <a:ext cx="1800000" cy="63754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Habitat Specialisation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E3EE268-15F5-F349-AB23-98D5A6F02892}"/>
              </a:ext>
            </a:extLst>
          </p:cNvPr>
          <p:cNvSpPr/>
          <p:nvPr/>
        </p:nvSpPr>
        <p:spPr>
          <a:xfrm>
            <a:off x="5196000" y="4086857"/>
            <a:ext cx="1800000" cy="63754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Diet Specialisation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4513D2C-EB78-ECB5-EDC2-B3D5928E5BDD}"/>
              </a:ext>
            </a:extLst>
          </p:cNvPr>
          <p:cNvSpPr/>
          <p:nvPr/>
        </p:nvSpPr>
        <p:spPr>
          <a:xfrm>
            <a:off x="5196000" y="4857750"/>
            <a:ext cx="1800000" cy="40894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Adaptability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B3E73A-0301-5CA1-BD09-74009771A42C}"/>
              </a:ext>
            </a:extLst>
          </p:cNvPr>
          <p:cNvSpPr/>
          <p:nvPr/>
        </p:nvSpPr>
        <p:spPr>
          <a:xfrm>
            <a:off x="5196000" y="5400044"/>
            <a:ext cx="1800000" cy="40894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Constraints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106139F-E136-5478-F54B-F1D660F2E7C7}"/>
              </a:ext>
            </a:extLst>
          </p:cNvPr>
          <p:cNvSpPr/>
          <p:nvPr/>
        </p:nvSpPr>
        <p:spPr>
          <a:xfrm>
            <a:off x="7319440" y="2484119"/>
            <a:ext cx="1800000" cy="45212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Threats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80530AD-4164-52CB-4CAD-C99C5B4BBAF6}"/>
              </a:ext>
            </a:extLst>
          </p:cNvPr>
          <p:cNvSpPr/>
          <p:nvPr/>
        </p:nvSpPr>
        <p:spPr>
          <a:xfrm>
            <a:off x="7319440" y="3121659"/>
            <a:ext cx="1800000" cy="45212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Trend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8E0F3C2-CAA7-F15D-C4DC-DA7ABD619158}"/>
              </a:ext>
            </a:extLst>
          </p:cNvPr>
          <p:cNvSpPr/>
          <p:nvPr/>
        </p:nvSpPr>
        <p:spPr>
          <a:xfrm>
            <a:off x="7319440" y="3759199"/>
            <a:ext cx="1800000" cy="45212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Status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71AAEC20-AC8F-98BF-B907-B3813E221D18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4841240" y="345440"/>
            <a:ext cx="386080" cy="212344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3A29527-41C7-19E8-122D-3A770A4B96ED}"/>
              </a:ext>
            </a:extLst>
          </p:cNvPr>
          <p:cNvCxnSpPr>
            <a:stCxn id="2" idx="2"/>
            <a:endCxn id="5" idx="0"/>
          </p:cNvCxnSpPr>
          <p:nvPr/>
        </p:nvCxnSpPr>
        <p:spPr>
          <a:xfrm rot="16200000" flipH="1">
            <a:off x="6967220" y="342900"/>
            <a:ext cx="381000" cy="212344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6BD2DE7-1FA7-3923-7909-E8E0293EAAB8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6096000" y="1214120"/>
            <a:ext cx="0" cy="386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75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7274858-3b1d-4431-8679-d878f40e28fd}" enabled="1" method="Privileged" siteId="{bda528f7-fca9-432f-bc98-bd7e90d40906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66</Words>
  <Application>Microsoft Office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Chang, Eryn (DEW)</dc:creator>
  <cp:lastModifiedBy>Eryn Chang</cp:lastModifiedBy>
  <cp:revision>5</cp:revision>
  <dcterms:created xsi:type="dcterms:W3CDTF">2026-03-19T08:46:31Z</dcterms:created>
  <dcterms:modified xsi:type="dcterms:W3CDTF">2026-03-19T09:52:51Z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OFFICIAL</vt:lpwstr>
  </property>
</Properties>
</file>